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5" autoAdjust="0"/>
    <p:restoredTop sz="94660"/>
  </p:normalViewPr>
  <p:slideViewPr>
    <p:cSldViewPr snapToGrid="0">
      <p:cViewPr varScale="1">
        <p:scale>
          <a:sx n="74" d="100"/>
          <a:sy n="74" d="100"/>
        </p:scale>
        <p:origin x="58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3CC5F-2327-40F8-97FA-E49CA227A1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D4DDCD-8723-C509-688F-B13397CC29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B1BEA-7146-B359-75EF-A27B8E57F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3DC22-5941-49C8-A102-BC6D8439F3F2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F6455-2713-59EC-410F-04282EE5B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B2474-177E-0109-3578-D07C11D60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9F066-710C-4678-B76D-0A1EFDD53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457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2B291-F500-9E15-A90B-DE8836D88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821C7-ED3A-C6FE-D098-A5A321434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363A1-7FC2-58D0-8EA2-B7F343D49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3DC22-5941-49C8-A102-BC6D8439F3F2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64676-63A9-BFF5-4691-21D55E3E9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89A09-6CCC-E789-2071-4C37DE4E1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9F066-710C-4678-B76D-0A1EFDD53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775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0999F-8DF4-9D16-2B3E-4CC335999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9CC361-2717-3E79-C46D-405C87D95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12921-9C78-B67D-DFE2-2B5F9F050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3DC22-5941-49C8-A102-BC6D8439F3F2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40B63-5EF9-BF43-50E4-0C4421DDA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8B922-EB1D-C7EE-D1F2-0D1222885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9F066-710C-4678-B76D-0A1EFDD53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38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5244A-5441-BA33-FC18-4C3671DA1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3870E-FE7D-F379-9D59-5E77AEBAC6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64C35E-9F70-0971-502A-1045BA9BC4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4DAFC4-17DC-F7AA-EF74-F1D6C0897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3DC22-5941-49C8-A102-BC6D8439F3F2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9349C0-AEC7-7F9C-7C74-6AF04F48A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9060F1-15F3-7037-635F-35E147B68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9F066-710C-4678-B76D-0A1EFDD53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255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E6631-86B7-3BFA-9C0C-CAA416E23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A869E8-4F51-18D8-B45B-CCBC0C100E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0F8F15-7C2D-D8D2-71BC-9E315D7A35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C51F83-A23A-C2B2-77E7-AF1FEC889E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FEC27C-ABC3-5051-6F07-38405D7905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69B320-3E03-C53A-0915-3C4C27476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3DC22-5941-49C8-A102-BC6D8439F3F2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3075B1-AFA2-6783-227A-96896199E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74FA25-D0A0-3374-F5A1-5B1677217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9F066-710C-4678-B76D-0A1EFDD53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117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98BBF-DCFF-40FC-6205-463C227F0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25BEC1-C2BF-815A-6F12-14EDCC788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3DC22-5941-49C8-A102-BC6D8439F3F2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3872F0-8971-3FE9-7022-799FE9538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3A1EA3-53D0-3F76-185C-13CC64761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9F066-710C-4678-B76D-0A1EFDD53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173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BF2BAB-5818-2D9F-487C-45DC00572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3DC22-5941-49C8-A102-BC6D8439F3F2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0D044D-F166-1D0E-C1C8-C969D9BCC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A8C306-441F-1043-2BC8-5B3808797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9F066-710C-4678-B76D-0A1EFDD53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434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0D8F2-C9D4-0AD4-0003-84308450B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9FD81-01FD-0D58-EBF7-F2BE36CBD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A5AD3-5210-94B0-F117-25E6799B68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3524E7-1FA7-8C32-A40D-C676658F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3DC22-5941-49C8-A102-BC6D8439F3F2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43427F-CA87-942F-B23C-0E53F295E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DC7347-AED4-8FA5-9A1F-F0528BB96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9F066-710C-4678-B76D-0A1EFDD53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440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C98D4-DAA5-FC2A-8640-47B0B41B5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D1A58B-E2DB-5B7A-285E-F3CE15740F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917237-3772-5A6E-A7C4-7A37B9D1A9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671385-B5E4-0A2D-8E8E-CEA3BFA80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3DC22-5941-49C8-A102-BC6D8439F3F2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D345E-F5B8-2B46-A9FD-EC17A25F8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11C003-D349-E2C9-A5B9-B5C803CFD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9F066-710C-4678-B76D-0A1EFDD53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66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9E303-284E-B22A-15D1-BDAE4373A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E19D2A-A42D-2C24-98A5-2650B47C58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EFD2F-D7A2-95AB-836D-830221D34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3DC22-5941-49C8-A102-BC6D8439F3F2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FD9F2-203A-203E-4760-5558B3640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40332-77AE-1C93-1CD5-8F6572048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9F066-710C-4678-B76D-0A1EFDD53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406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C6F382-D9A9-1236-DC37-8F1BCB914F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23E139-72E8-C470-46FB-6C7FEF4F03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CDEB8-802E-ED00-41C9-4A5FFCB3A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3DC22-5941-49C8-A102-BC6D8439F3F2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B8FAD-3976-2F26-66FE-36DE48B62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DBDF9-CAC7-0D46-DD4F-7DC293ED0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9F066-710C-4678-B76D-0A1EFDD53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475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BBF6F1-5C22-7BE5-EE00-5CA56A94C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AC9CF3-4DAD-4F66-8AB9-ED60003B7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6E6F6-FDA4-158D-CC0F-C5DB5F375A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3DC22-5941-49C8-A102-BC6D8439F3F2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23D36-569D-3698-C254-66DA0393FB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A5988-4023-63AC-8F67-0E795E026A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19F066-710C-4678-B76D-0A1EFDD53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76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026D1E-8568-9FEC-6337-17490131E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45" y="1584101"/>
            <a:ext cx="3887272" cy="47127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5DF6BA-49D1-D8E4-9681-5F0544010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6844" y="1584101"/>
            <a:ext cx="3786390" cy="47127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F66BD3-8B10-FB06-9D52-3C33E3C08C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3689" y="1584101"/>
            <a:ext cx="4043966" cy="47127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E2701C9-00F5-8C17-FF33-F4D0C75C0A2E}"/>
              </a:ext>
            </a:extLst>
          </p:cNvPr>
          <p:cNvSpPr txBox="1"/>
          <p:nvPr/>
        </p:nvSpPr>
        <p:spPr>
          <a:xfrm>
            <a:off x="34345" y="1101144"/>
            <a:ext cx="3571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Histogram Plot on output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11C71E-2210-4A2B-595E-47D419469312}"/>
              </a:ext>
            </a:extLst>
          </p:cNvPr>
          <p:cNvSpPr txBox="1"/>
          <p:nvPr/>
        </p:nvSpPr>
        <p:spPr>
          <a:xfrm>
            <a:off x="4056844" y="1161176"/>
            <a:ext cx="3571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Scatter Plot Matrix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EC4C7C-8FA5-7D5A-A6D4-08E2E72F08B1}"/>
              </a:ext>
            </a:extLst>
          </p:cNvPr>
          <p:cNvSpPr txBox="1"/>
          <p:nvPr/>
        </p:nvSpPr>
        <p:spPr>
          <a:xfrm>
            <a:off x="8216721" y="1174055"/>
            <a:ext cx="3412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Bubble Plot</a:t>
            </a:r>
          </a:p>
        </p:txBody>
      </p:sp>
    </p:spTree>
    <p:extLst>
      <p:ext uri="{BB962C8B-B14F-4D97-AF65-F5344CB8AC3E}">
        <p14:creationId xmlns:p14="http://schemas.microsoft.com/office/powerpoint/2010/main" val="2847699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 ochieng</dc:creator>
  <cp:lastModifiedBy>joe ochieng</cp:lastModifiedBy>
  <cp:revision>1</cp:revision>
  <dcterms:created xsi:type="dcterms:W3CDTF">2026-06-25T13:23:36Z</dcterms:created>
  <dcterms:modified xsi:type="dcterms:W3CDTF">2026-06-25T13:23:47Z</dcterms:modified>
</cp:coreProperties>
</file>